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7" d="100"/>
          <a:sy n="217" d="100"/>
        </p:scale>
        <p:origin x="17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Group A (Control)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Mean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3.004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6A-43A8-8BE1-BDAF9D0D2B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Group B (Treatment)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Mean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4.4279999999999999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6A-43A8-8BE1-BDAF9D0D2B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857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Version </a:t>
            </a:r>
            <a:r>
              <a:rPr lang="en-US" sz="4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- Demo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Results  ·  Group A vs Group B  ·  n = 200 per variant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217920" y="4114800"/>
            <a:ext cx="2468880" cy="658368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41148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TREATMENT WINS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5176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88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+1.42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Lift (Absolute)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vs Group 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051560"/>
            <a:ext cx="2651760" cy="2011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188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33756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Highly Significant (α = 0.05)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051560"/>
            <a:ext cx="265176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188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+47.4%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30936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Improvement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over Control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(new website version) outperformed Group A by 47.4% on the primary metric with overwhelming statistical confidence — both parametric and non-parametric tests confirm the result.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37560" y="4069080"/>
            <a:ext cx="2468880" cy="594360"/>
          </a:xfrm>
          <a:prstGeom prst="roundRect">
            <a:avLst>
              <a:gd name="adj" fmla="val 15385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4069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SHIP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393192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— Group 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website version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experienced the existing design and flow without any modifications. Served as the baseline for comparison.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200 users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931920" cy="2560320"/>
          </a:xfrm>
          <a:prstGeom prst="rect">
            <a:avLst/>
          </a:prstGeom>
          <a:solidFill>
            <a:srgbClr val="CADCFC"/>
          </a:solidFill>
          <a:ln w="12700">
            <a:solidFill>
              <a:srgbClr val="AAB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— Group 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website version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experienced the updated website design and flow. Changes were intended to improve the core user metric by enhancing the experience.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200 users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20116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unit: User  |  Both groups equally sized at 200 users each  |  Two-tailed hypothesis test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Group A vs Group B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474720" cy="23774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430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3.004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 (Control)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 ·  std = 0.970  ·  n = 200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23360" y="2240280"/>
            <a:ext cx="109728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645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(+47.4%)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12080" y="1051560"/>
            <a:ext cx="3474720" cy="237744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0" y="11430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4.428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521208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 (Treatment)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 ·  std = 0.968  ·  n = 200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 —  Welch t-test: t = −14.69, p &lt; 0.0001  |  Mann-Whitney U: p &lt; 0.0001  |  Cohen's d = 1.47 (Large effect)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 for difference: [+1.23, +1.61]  |  Both groups passed Shapiro-Wilk normality test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Distribution Comparison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960120"/>
          <a:ext cx="84124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mean is 47.4% higher than Group A — a large, statistically significant difference (p &lt; 0.0001, Cohen's d = 1.47)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Design &amp; Robustness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663287"/>
              </p:ext>
            </p:extLst>
          </p:nvPr>
        </p:nvGraphicFramePr>
        <p:xfrm>
          <a:off x="365760" y="1005840"/>
          <a:ext cx="5486400" cy="3566157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 two-sample t-test (two-tailed)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sizes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200 per group (400 total)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 level 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t-statistic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−14.69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 (B − 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[+1.23, +1.61]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005840"/>
            <a:ext cx="2834640" cy="3566160"/>
          </a:xfrm>
          <a:prstGeom prst="rect">
            <a:avLst/>
          </a:prstGeom>
          <a:solidFill>
            <a:srgbClr val="CADCFC"/>
          </a:solidFill>
          <a:ln w="12700">
            <a:solidFill>
              <a:srgbClr val="AAB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03504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35040" y="150876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groups are normally distributed — parametric t-test is valid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smtClean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95% CI is positive — no scenario where A beats B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robust: p &lt; 0.0001 vs threshold of 0.05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286000" y="1143000"/>
            <a:ext cx="4572000" cy="91440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1143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SHIP IT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Group B outperformed Group A by +1.42 (+47.4%) — p &lt; 0.0001, large effect (Cohen's d = 1.47)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robustness: Both parametric and non-parametric tests agree; 95% CI is entirely positive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adequacy: 200 users per group with both groups normally distributed — analysis is valid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new website version (Group B) to 100% of users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primary metric and guardrail KPIs for 30 days post-launch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learnings and define hypothesis for the next experiment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Statistical Detail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Full Descriptive Statistics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277977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A (Control)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 (Treatment)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 (B − 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size 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+1.424  (+47.4%)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Shapiro-Wilk 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0.398  ✓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0.497  ✓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Min/Max are approximate values from the raw data files.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Hypothesis &amp; Statistical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AABF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"By deploying the new website version (Group B), we expect the primary user metric to increase significantly compared to the existing version (Group A)."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11680"/>
          <a:ext cx="8412480" cy="2560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 level (α)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(5% false positive rate)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power (1−β)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 (80% — standard for A/B tests)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 two-sample t-test (two-tailed) + Mann-Whitney U backup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(individual-level randomisation)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size per variant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effect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Cohen's d = 1.47 (Large — threshold is 0.8)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runtime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collected from both groups simultaneously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696</Words>
  <Application>Microsoft Office PowerPoint</Application>
  <PresentationFormat>On-screen Show (16:9)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Version Pilot — A/B Test Results</dc:title>
  <dc:subject>PptxGenJS Presentation</dc:subject>
  <dc:creator>PptxGenJS</dc:creator>
  <cp:lastModifiedBy>Shawn D'Souza</cp:lastModifiedBy>
  <cp:revision>3</cp:revision>
  <dcterms:created xsi:type="dcterms:W3CDTF">2026-06-08T03:31:14Z</dcterms:created>
  <dcterms:modified xsi:type="dcterms:W3CDTF">2026-06-08T13:40:34Z</dcterms:modified>
</cp:coreProperties>
</file>